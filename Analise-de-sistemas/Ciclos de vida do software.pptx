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017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79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365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29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41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17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62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16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940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2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769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696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337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721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341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409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3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A0FF22-0100-4DD4-9888-89F1B1C9C32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807C9B-3AB4-453D-97FC-12E1FEA9D3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7271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9F70B-FDE3-4A93-AEE4-0DC550E10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Ciclos de vida do software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3B0768-04C8-4204-A14A-AE9D746ADD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Alunos: Felipe Rodrigo, Lucas Braz, Valter Sérgio Ribeiro Tertuliano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049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8FEB8-FCE1-4DDA-932A-D66F8F7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Descreva o funcionamento do modelo cascata e explique em quais situações ele pode ser adequado.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A77D08-DC6D-470B-B3E2-134E696A0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0825"/>
            <a:ext cx="10515600" cy="3386138"/>
          </a:xfrm>
        </p:spPr>
        <p:txBody>
          <a:bodyPr/>
          <a:lstStyle/>
          <a:p>
            <a:r>
              <a:rPr lang="pt-BR" dirty="0"/>
              <a:t>O modelo cascata propõe uma abordagem sequencial para o desenvolvimento de um software, desde a comunicação inicial até a entrega. Nessa abordagem, as atividades são executadas em sequência e de cima para baixo. Dessa forma, começamos com o levantamento de requisitos ou necessidades junto ao cliente, depois vamos para a fase de planejamento onde definimos estimativas, cronograma e acompanhamento,  após isso partimos para a modelagem onde fazemos a análise e projeto, seguindo da construção onde codificamos e testamos, passamos para a implementação ou emprego onde efetuamos a entrega, suporte e feedback do software concluído.   </a:t>
            </a:r>
          </a:p>
          <a:p>
            <a:endParaRPr lang="pt-BR" dirty="0"/>
          </a:p>
          <a:p>
            <a:r>
              <a:rPr lang="pt-BR" dirty="0"/>
              <a:t>O modelo Cascata é bastante útil quando os requisitos do cliente são bem-definidos no inicio do projeto e, por, não esperamos mudanças ao longo do processo de desenvolvimento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98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84DD2-0B3D-470C-BCA9-DA157EA1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ANALISE AS PRINCIPAIS LIMITAÇÕES DO MODELO CASCATA, ESPECIALMENTE EM PROJETOS COM REQUISITOS INCERTOS OU CONSTANTE MUDANÇAS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925576-2D88-40DA-8CEF-5775DDFFD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Modelo cascata é muito fortemente baseado em necessidades explicitas e estabelecidas, na ausência disso, o modelo encontra dificuldades ao implementar mudanças de forma que pode provocar confusão nos membros da equipe conforme o projeto prossegue.</a:t>
            </a:r>
          </a:p>
          <a:p>
            <a:r>
              <a:rPr lang="pt-BR" dirty="0"/>
              <a:t>Também exige muita paciência por parte do cliente, uma vez que ele só terá uma versão operacional do sistema em suas mãos, quando estiver perto do final do projeto completo, e caso algum erro seja encontrado nas etapas inicias, o resultado será potencialmente desastroso</a:t>
            </a:r>
          </a:p>
        </p:txBody>
      </p:sp>
    </p:spTree>
    <p:extLst>
      <p:ext uri="{BB962C8B-B14F-4D97-AF65-F5344CB8AC3E}">
        <p14:creationId xmlns:p14="http://schemas.microsoft.com/office/powerpoint/2010/main" val="326309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28F5E-C9E2-4044-9281-534559AF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Explique como o modelo V organiza as fases de desenvolvimento e testes destacando sua principal vantagem em relação ao modelo cascata.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D4343-5895-4EC1-8ED7-CE9C49334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O modelo em V é composto por duas partes que formam um “V”. No lado esquerdo ficam as etapas de definição e construção do sistema, como análise de requisitos. Já no lado direito ficam as etapas de testes que garantem que o sistema atenda às necessidades do usuário.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principal vantagem do modelo em V em relação ao modelo cascata é que os testes são planejados desde o início, permitindo identificar erros mais cedo e garantir maior qualidade no software.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101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4489C-190D-49E1-B819-15EB7825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Compare o modelo cascata com o modelo v, apontando semelhanças e diferenças estruturais e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D5475C-5D1C-429E-927B-AA39C5A7D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Semelhanças: são modelos lineares, com estrutura rígida e pouco adaptáveis a mudanças, com ambos seguindo uma estrutura organizacional pré-definida.</a:t>
            </a:r>
          </a:p>
          <a:p>
            <a:r>
              <a:rPr lang="pt-BR" dirty="0"/>
              <a:t>Diferenças: O modelo em V foca na validação e verificação, realizando testes a cada nova implementação permitindo mais flexibilidade, enquanto o modelo em cascata foca na rapidez e agilidade para resolver processos simples.</a:t>
            </a:r>
          </a:p>
        </p:txBody>
      </p:sp>
    </p:spTree>
    <p:extLst>
      <p:ext uri="{BB962C8B-B14F-4D97-AF65-F5344CB8AC3E}">
        <p14:creationId xmlns:p14="http://schemas.microsoft.com/office/powerpoint/2010/main" val="310659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C8796-9BE2-4F3A-A600-19748FB5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DESCREVA O MODELO INCREMENTAL E EXPLIQUE COMO A  </a:t>
            </a:r>
            <a:r>
              <a:rPr lang="pt-BR" dirty="0" err="1"/>
              <a:t>eNtREGA</a:t>
            </a:r>
            <a:r>
              <a:rPr lang="pt-BR" dirty="0"/>
              <a:t> EM PARTES PODE BENEFICIAR O CLIENTE E A EQUIPE DE DESENVOLVIMENTO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4BCDDB-D7A1-4809-BD06-D751BD9CF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O modelo incremental divide o sistema em vários pedaços funcionais, cada pedaço do sistema passa por todo um processo de análise, projeto implementação e testes.</a:t>
            </a:r>
          </a:p>
          <a:p>
            <a:endParaRPr lang="pt-BR" dirty="0"/>
          </a:p>
          <a:p>
            <a:r>
              <a:rPr lang="pt-BR" dirty="0"/>
              <a:t>O modelo incremental permite entrega mais rápida ao cliente garantindo um feedback constante, facilitando a identificação de erros, aumentando a flexibilidade para mudanças de requisitos, reduzindo riscos.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0946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121</TotalTime>
  <Words>537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Ciclos de vida do software </vt:lpstr>
      <vt:lpstr>Descreva o funcionamento do modelo cascata e explique em quais situações ele pode ser adequado.</vt:lpstr>
      <vt:lpstr>ANALISE AS PRINCIPAIS LIMITAÇÕES DO MODELO CASCATA, ESPECIALMENTE EM PROJETOS COM REQUISITOS INCERTOS OU CONSTANTE MUDANÇAS</vt:lpstr>
      <vt:lpstr>Explique como o modelo V organiza as fases de desenvolvimento e testes destacando sua principal vantagem em relação ao modelo cascata. </vt:lpstr>
      <vt:lpstr>Compare o modelo cascata com o modelo v, apontando semelhanças e diferenças estruturais e práticas</vt:lpstr>
      <vt:lpstr>DESCREVA O MODELO INCREMENTAL E EXPLIQUE COMO A  eNtREGA EM PARTES PODE BENEFICIAR O CLIENTE E A EQUIPE DE DESENVOLVIMENTO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Ciclos de vida do software</dc:title>
  <dc:creator>alunoinfo</dc:creator>
  <cp:lastModifiedBy>alunoinfo</cp:lastModifiedBy>
  <cp:revision>11</cp:revision>
  <dcterms:created xsi:type="dcterms:W3CDTF">2026-04-22T17:15:18Z</dcterms:created>
  <dcterms:modified xsi:type="dcterms:W3CDTF">2026-04-22T20:08:44Z</dcterms:modified>
</cp:coreProperties>
</file>